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68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930053" y="976495"/>
            <a:ext cx="5254427" cy="3187898"/>
            <a:chOff x="1259632" y="1556792"/>
            <a:chExt cx="6646450" cy="4032448"/>
          </a:xfrm>
        </p:grpSpPr>
        <p:sp>
          <p:nvSpPr>
            <p:cNvPr id="3" name="Rectangle 4"/>
            <p:cNvSpPr/>
            <p:nvPr userDrawn="1"/>
          </p:nvSpPr>
          <p:spPr>
            <a:xfrm flipH="1">
              <a:off x="6177890" y="3141712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Rectangle 4"/>
            <p:cNvSpPr/>
            <p:nvPr userDrawn="1"/>
          </p:nvSpPr>
          <p:spPr>
            <a:xfrm>
              <a:off x="1259632" y="3140968"/>
              <a:ext cx="1728192" cy="1296144"/>
            </a:xfrm>
            <a:custGeom>
              <a:avLst/>
              <a:gdLst/>
              <a:ahLst/>
              <a:cxnLst/>
              <a:rect l="l" t="t" r="r" b="b"/>
              <a:pathLst>
                <a:path w="2520280" h="1296144">
                  <a:moveTo>
                    <a:pt x="0" y="0"/>
                  </a:moveTo>
                  <a:lnTo>
                    <a:pt x="2520280" y="0"/>
                  </a:lnTo>
                  <a:lnTo>
                    <a:pt x="2520280" y="1296144"/>
                  </a:lnTo>
                  <a:lnTo>
                    <a:pt x="0" y="1296144"/>
                  </a:lnTo>
                  <a:lnTo>
                    <a:pt x="0" y="1274542"/>
                  </a:lnTo>
                  <a:lnTo>
                    <a:pt x="1080120" y="648073"/>
                  </a:lnTo>
                  <a:lnTo>
                    <a:pt x="0" y="21603"/>
                  </a:lnTo>
                  <a:close/>
                </a:path>
              </a:pathLst>
            </a:custGeom>
            <a:gradFill flip="none" rotWithShape="1">
              <a:gsLst>
                <a:gs pos="42000">
                  <a:schemeClr val="bg1"/>
                </a:gs>
                <a:gs pos="100000">
                  <a:schemeClr val="bg1">
                    <a:lumMod val="9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Freeform 4"/>
            <p:cNvSpPr/>
            <p:nvPr userDrawn="1"/>
          </p:nvSpPr>
          <p:spPr>
            <a:xfrm>
              <a:off x="2194560" y="3317240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Freeform 5"/>
            <p:cNvSpPr/>
            <p:nvPr userDrawn="1"/>
          </p:nvSpPr>
          <p:spPr>
            <a:xfrm flipH="1">
              <a:off x="6014432" y="3321382"/>
              <a:ext cx="1005840" cy="1193800"/>
            </a:xfrm>
            <a:custGeom>
              <a:avLst/>
              <a:gdLst>
                <a:gd name="connsiteX0" fmla="*/ 0 w 1005840"/>
                <a:gd name="connsiteY0" fmla="*/ 975360 h 1193800"/>
                <a:gd name="connsiteX1" fmla="*/ 1000760 w 1005840"/>
                <a:gd name="connsiteY1" fmla="*/ 1193800 h 1193800"/>
                <a:gd name="connsiteX2" fmla="*/ 1005840 w 1005840"/>
                <a:gd name="connsiteY2" fmla="*/ 0 h 1193800"/>
                <a:gd name="connsiteX3" fmla="*/ 157480 w 1005840"/>
                <a:gd name="connsiteY3" fmla="*/ 340360 h 1193800"/>
                <a:gd name="connsiteX4" fmla="*/ 15240 w 1005840"/>
                <a:gd name="connsiteY4" fmla="*/ 457200 h 1193800"/>
                <a:gd name="connsiteX5" fmla="*/ 0 w 1005840"/>
                <a:gd name="connsiteY5" fmla="*/ 97536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5840" h="1193800">
                  <a:moveTo>
                    <a:pt x="0" y="975360"/>
                  </a:moveTo>
                  <a:lnTo>
                    <a:pt x="1000760" y="1193800"/>
                  </a:lnTo>
                  <a:cubicBezTo>
                    <a:pt x="1002453" y="795867"/>
                    <a:pt x="1004147" y="397933"/>
                    <a:pt x="1005840" y="0"/>
                  </a:cubicBezTo>
                  <a:lnTo>
                    <a:pt x="157480" y="340360"/>
                  </a:lnTo>
                  <a:lnTo>
                    <a:pt x="15240" y="45720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2195736" y="2996952"/>
              <a:ext cx="4824536" cy="1296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Straight Connector 16"/>
          <p:cNvCxnSpPr/>
          <p:nvPr userDrawn="1"/>
        </p:nvCxnSpPr>
        <p:spPr>
          <a:xfrm flipH="1">
            <a:off x="8100392" y="303498"/>
            <a:ext cx="864096" cy="64807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flipH="1">
            <a:off x="8262156" y="0"/>
            <a:ext cx="881844" cy="62753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 flipH="1">
            <a:off x="-9512" y="4481583"/>
            <a:ext cx="1269144" cy="68549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flipH="1">
            <a:off x="215504" y="4241626"/>
            <a:ext cx="1116136" cy="63438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76B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88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4259" y="4731990"/>
            <a:ext cx="9144000" cy="424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4188230"/>
            <a:ext cx="631613" cy="54376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flipH="1">
            <a:off x="240634" y="4098068"/>
            <a:ext cx="756706" cy="644808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H="1">
            <a:off x="8606137" y="10584"/>
            <a:ext cx="537863" cy="46623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88080" y="188640"/>
            <a:ext cx="255920" cy="212384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63688" y="0"/>
            <a:ext cx="7380312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 smtClean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12022" y="987574"/>
            <a:ext cx="6780457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22366" y="1664245"/>
            <a:ext cx="6780457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 smtClean="0"/>
              <a:t>Click to edit Master text styles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3312" y="0"/>
            <a:ext cx="1619672" cy="5143500"/>
          </a:xfrm>
          <a:prstGeom prst="rect">
            <a:avLst/>
          </a:prstGeom>
          <a:solidFill>
            <a:srgbClr val="76B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86403" y="3767000"/>
            <a:ext cx="1421192" cy="1187860"/>
            <a:chOff x="2195736" y="1556792"/>
            <a:chExt cx="4824536" cy="4032448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1556792"/>
              <a:ext cx="4032448" cy="403244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 userDrawn="1"/>
          </p:nvSpPr>
          <p:spPr>
            <a:xfrm>
              <a:off x="2195736" y="2807197"/>
              <a:ext cx="4824536" cy="1675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00" sx="101000" sy="101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Straight Connector 9"/>
          <p:cNvCxnSpPr/>
          <p:nvPr userDrawn="1"/>
        </p:nvCxnSpPr>
        <p:spPr>
          <a:xfrm flipH="1">
            <a:off x="8606137" y="0"/>
            <a:ext cx="537863" cy="47681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H="1">
            <a:off x="8817764" y="190604"/>
            <a:ext cx="326236" cy="286212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7950" y="4156075"/>
            <a:ext cx="1368425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Edit.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7D59-5EDB-4C39-B697-625748F703B6}" type="datetimeFigureOut">
              <a:rPr lang="en-US" smtClean="0"/>
              <a:t>01-Feb-17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free-powerpoint-templates-design.com/free-powerpoint-templates-design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kkrlab.nl/wiki/Arduino_KY-013_Temperature_sensor_modul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03388" y="4342333"/>
            <a:ext cx="4788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Smart Home</a:t>
            </a:r>
            <a:b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kumimoji="0"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Project</a:t>
            </a:r>
            <a:endParaRPr kumimoji="0"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680742" y="2139702"/>
            <a:ext cx="379521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Temperature Control</a:t>
            </a:r>
          </a:p>
          <a:p>
            <a:pPr algn="ctr"/>
            <a:r>
              <a:rPr lang="en-US" altLang="ko-KR" sz="2800" b="1" dirty="0">
                <a:solidFill>
                  <a:srgbClr val="FF0000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KY-013</a:t>
            </a:r>
            <a:endParaRPr lang="en-US" altLang="ko-KR" sz="2800" b="1" dirty="0" smtClean="0">
              <a:solidFill>
                <a:srgbClr val="FF0000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0" y="4834195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GitHub link.com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244" y="387218"/>
            <a:ext cx="1301512" cy="32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Sensor: </a:t>
            </a:r>
            <a:r>
              <a:rPr lang="en-US" dirty="0" smtClean="0"/>
              <a:t>KY-013</a:t>
            </a:r>
            <a:endParaRPr lang="ko-KR" alt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732910"/>
            <a:ext cx="4219749" cy="4219749"/>
          </a:xfrm>
        </p:spPr>
      </p:pic>
      <p:sp>
        <p:nvSpPr>
          <p:cNvPr id="4" name="TextBox 3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0"/>
          </p:nvPr>
        </p:nvSpPr>
        <p:spPr>
          <a:xfrm>
            <a:off x="1403648" y="2158709"/>
            <a:ext cx="3600400" cy="136815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The – pin is </a:t>
            </a:r>
            <a:r>
              <a:rPr lang="en-US" sz="1800" b="1" dirty="0" smtClean="0">
                <a:solidFill>
                  <a:schemeClr val="tx1"/>
                </a:solidFill>
              </a:rPr>
              <a:t>Gnd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The Middle pin is </a:t>
            </a:r>
            <a:r>
              <a:rPr lang="en-US" sz="1800" b="1" dirty="0" smtClean="0">
                <a:solidFill>
                  <a:srgbClr val="FF0000"/>
                </a:solidFill>
              </a:rPr>
              <a:t>Vcc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The S pin is </a:t>
            </a:r>
            <a:r>
              <a:rPr lang="en-US" sz="1800" b="1" dirty="0">
                <a:solidFill>
                  <a:srgbClr val="00B050"/>
                </a:solidFill>
              </a:rPr>
              <a:t>S</a:t>
            </a:r>
            <a:r>
              <a:rPr lang="en-US" sz="1800" b="1" dirty="0" smtClean="0">
                <a:solidFill>
                  <a:srgbClr val="00B050"/>
                </a:solidFill>
              </a:rPr>
              <a:t>ignal</a:t>
            </a:r>
            <a:endParaRPr lang="en-US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8208" y="4774168"/>
            <a:ext cx="752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dirty="0" smtClean="0">
                <a:solidFill>
                  <a:srgbClr val="FF0000"/>
                </a:solidFill>
                <a:latin typeface="Euphemia"/>
              </a:rPr>
              <a:t>Datasheet: </a:t>
            </a:r>
            <a:r>
              <a:rPr lang="en-US" sz="1600" dirty="0">
                <a:solidFill>
                  <a:srgbClr val="465562"/>
                </a:solidFill>
                <a:latin typeface="Euphemia"/>
                <a:hlinkClick r:id="rId3"/>
              </a:rPr>
              <a:t>https://tkkrlab.nl/wiki/Arduino_KY-013_Temperature_sensor_module</a:t>
            </a:r>
            <a:endParaRPr lang="en-US" sz="1600" dirty="0">
              <a:solidFill>
                <a:srgbClr val="465562"/>
              </a:solidFill>
              <a:latin typeface="Euphemia"/>
            </a:endParaRP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Relay</a:t>
            </a:r>
            <a:r>
              <a:rPr lang="en-US" altLang="ko-KR" dirty="0" smtClean="0"/>
              <a:t>:</a:t>
            </a:r>
            <a:endParaRPr lang="ko-KR" alt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62944"/>
            <a:ext cx="3186846" cy="3527425"/>
          </a:xfrm>
        </p:spPr>
      </p:pic>
      <p:sp>
        <p:nvSpPr>
          <p:cNvPr id="6" name="TextBox 5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Content Placeholder 9"/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753" y="1131590"/>
            <a:ext cx="3186846" cy="2390134"/>
          </a:xfrm>
        </p:spPr>
      </p:pic>
      <p:sp>
        <p:nvSpPr>
          <p:cNvPr id="13" name="Content Placeholder 4"/>
          <p:cNvSpPr>
            <a:spLocks noGrp="1"/>
          </p:cNvSpPr>
          <p:nvPr>
            <p:ph idx="10"/>
          </p:nvPr>
        </p:nvSpPr>
        <p:spPr>
          <a:xfrm>
            <a:off x="1259632" y="3316282"/>
            <a:ext cx="5040559" cy="154817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coil </a:t>
            </a:r>
            <a:r>
              <a:rPr lang="en-US" dirty="0" smtClean="0"/>
              <a:t>pins are </a:t>
            </a:r>
            <a:r>
              <a:rPr lang="en-US" dirty="0"/>
              <a:t>for switching the movable contact (COM) between N/O and </a:t>
            </a:r>
            <a:r>
              <a:rPr lang="en-US" dirty="0" smtClean="0"/>
              <a:t>N/C.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 is normally connected to N/C.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When current flows in Coil Terminals then the</a:t>
            </a:r>
            <a:br>
              <a:rPr lang="en-US" dirty="0" smtClean="0"/>
            </a:br>
            <a:r>
              <a:rPr lang="en-US" dirty="0" smtClean="0"/>
              <a:t>movable contact switch to N/O.</a:t>
            </a:r>
          </a:p>
        </p:txBody>
      </p:sp>
    </p:spTree>
    <p:extLst>
      <p:ext uri="{BB962C8B-B14F-4D97-AF65-F5344CB8AC3E}">
        <p14:creationId xmlns:p14="http://schemas.microsoft.com/office/powerpoint/2010/main" val="394697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Layout of The Design</a:t>
            </a:r>
            <a:endParaRPr lang="ko-KR" alt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771550"/>
            <a:ext cx="5976664" cy="4618332"/>
          </a:xfrm>
        </p:spPr>
      </p:pic>
      <p:sp>
        <p:nvSpPr>
          <p:cNvPr id="6" name="TextBox 5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94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Code: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691680" y="699542"/>
            <a:ext cx="7211143" cy="4443958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temp_sensor_pin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A0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//for the sensor's output pin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sensor_read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//analog value read from the sensor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//temperature in </a:t>
            </a:r>
            <a:r>
              <a:rPr lang="en-US" sz="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celsius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fan_pin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//for the fan's enable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byte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heater_pin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9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//for the heater's </a:t>
            </a:r>
            <a:r>
              <a:rPr lang="en-US" sz="8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enable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Thermistor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RawADC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//convert the sensor's read to </a:t>
            </a:r>
            <a:r>
              <a:rPr lang="en-US" sz="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celcius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double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log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10000.0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*((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1024.0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RawADC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)));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0.001129148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0.000234125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0.0000000876741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))*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//Temp in Kelvin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273.15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 Convert Kelvin to </a:t>
            </a:r>
            <a:r>
              <a:rPr lang="en-US" sz="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Celcius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return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Temp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setup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pinMode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fan_pin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pinMode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heater_pin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OUTPUT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Serial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begin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9600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loop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sensor_read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analogRead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temp_sensor_pin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Thermistor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sensor_read</a:t>
            </a:r>
            <a:r>
              <a:rPr lang="en-US" sz="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&gt;=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29</a:t>
            </a:r>
            <a:r>
              <a:rPr lang="en-US" sz="8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                         </a:t>
            </a:r>
            <a:r>
              <a:rPr lang="en-US" sz="8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//the range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is chosen to satisfy the user's </a:t>
            </a:r>
            <a:r>
              <a:rPr lang="en-US" sz="8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preferences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fan_pin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HIGH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heater_pin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else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&lt;=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23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heater_pin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HIGH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fan_pin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else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if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27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&amp;&amp;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temp_cel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&gt;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21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){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heater_pin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digitalWrite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fan_pin</a:t>
            </a:r>
            <a:r>
              <a:rPr lang="en-US" sz="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LOW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);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ko-KR" altLang="en-US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4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619672" y="975792"/>
            <a:ext cx="6780457" cy="4167707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sensor contentiously measures the temperature in the room.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When the temperature </a:t>
            </a:r>
            <a:r>
              <a:rPr lang="en-US" altLang="ko-KR" sz="1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rises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to a predefined level then a fan is switched on.</a:t>
            </a:r>
            <a:endParaRPr lang="en-US" altLang="ko-KR" sz="16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when the te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mperature </a:t>
            </a:r>
            <a:r>
              <a:rPr lang="en-US" altLang="ko-K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drops</a:t>
            </a:r>
            <a:r>
              <a:rPr lang="en-US" altLang="ko-KR" sz="1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top a predefined level the a heater is switched 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 gray area is added (</a:t>
            </a:r>
            <a:r>
              <a:rPr lang="en-US" altLang="ko-KR" sz="1600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Schmitt trigger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) to prevent oscillation (turning the fan/heater on and off repeatedly in a short time).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 capacitor is added to relay to prevent hardware oscillation.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temperature at which the fan and heater are switched on should be chosen to satisfy the user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’s preferences.</a:t>
            </a:r>
            <a:endParaRPr lang="en-US" altLang="ko-KR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09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Click to add title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2122366" y="1131591"/>
            <a:ext cx="6780457" cy="3528392"/>
          </a:xfrm>
        </p:spPr>
        <p:txBody>
          <a:bodyPr/>
          <a:lstStyle/>
          <a:p>
            <a:r>
              <a:rPr lang="en-US" altLang="ko-KR" dirty="0">
                <a:latin typeface="Arial" pitchFamily="34" charset="0"/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  <a:p>
            <a:pPr>
              <a:buFont typeface="Wingdings" pitchFamily="2" charset="2"/>
              <a:buChar char="ü"/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r>
              <a:rPr lang="en-US" altLang="ko-KR" dirty="0">
                <a:latin typeface="Arial" pitchFamily="34" charset="0"/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</a:t>
            </a:r>
          </a:p>
          <a:p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r>
              <a:rPr lang="en-US" altLang="ko-KR" dirty="0">
                <a:latin typeface="Arial" pitchFamily="34" charset="0"/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15592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KY-013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9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498</Words>
  <Application>Microsoft Office PowerPoint</Application>
  <PresentationFormat>On-screen Show (16:9)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맑은 고딕</vt:lpstr>
      <vt:lpstr>Arial</vt:lpstr>
      <vt:lpstr>Calibri</vt:lpstr>
      <vt:lpstr>Courier New</vt:lpstr>
      <vt:lpstr>Euphemia</vt:lpstr>
      <vt:lpstr>Times New Roman</vt:lpstr>
      <vt:lpstr>Wingdings</vt:lpstr>
      <vt:lpstr>Office Theme</vt:lpstr>
      <vt:lpstr>Custom Design</vt:lpstr>
      <vt:lpstr>PowerPoint Presentation</vt:lpstr>
      <vt:lpstr>The Sensor: KY-013</vt:lpstr>
      <vt:lpstr>The Relay:</vt:lpstr>
      <vt:lpstr>The Layout of The Design</vt:lpstr>
      <vt:lpstr>The Code:</vt:lpstr>
      <vt:lpstr>How It Works</vt:lpstr>
      <vt:lpstr>Click to add title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anas khedr</cp:lastModifiedBy>
  <cp:revision>45</cp:revision>
  <dcterms:created xsi:type="dcterms:W3CDTF">2014-04-01T16:27:38Z</dcterms:created>
  <dcterms:modified xsi:type="dcterms:W3CDTF">2017-02-01T00:10:26Z</dcterms:modified>
</cp:coreProperties>
</file>